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61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28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12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52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3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9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756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60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2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107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1360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21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1640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95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97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76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C0F4B-47B3-4C6F-9D1A-95E24B321ACB}" type="datetimeFigureOut">
              <a:rPr lang="ru-RU" smtClean="0"/>
              <a:t>04.12.2020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9190DE4-A692-4323-9E81-E826562D0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44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35C4-E720-41F0-B40E-64062DB8B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Отчётная документация  о выполненной работе.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C9AAF-FCD1-4EE3-8DBB-DF4893756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Работу выполнил Хмелинский Игорь</a:t>
            </a:r>
          </a:p>
        </p:txBody>
      </p:sp>
    </p:spTree>
    <p:extLst>
      <p:ext uri="{BB962C8B-B14F-4D97-AF65-F5344CB8AC3E}">
        <p14:creationId xmlns:p14="http://schemas.microsoft.com/office/powerpoint/2010/main" val="41954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03D3-2BAF-438B-869B-BD13D339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представляет из себя программа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9B5F7-F12E-4CBE-A94F-3C90DF16F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Программа представляет из себя лабиринт с машиной, которая должна выбраться из лабиринта, для управления предоставлено 9 кнопок каждая из которых имеет свои функции</a:t>
            </a:r>
            <a:r>
              <a:rPr lang="en-US" dirty="0"/>
              <a:t>:</a:t>
            </a:r>
          </a:p>
          <a:p>
            <a:r>
              <a:rPr lang="ru-RU" dirty="0"/>
              <a:t>1)Кнопка </a:t>
            </a:r>
            <a:r>
              <a:rPr lang="en-US" dirty="0"/>
              <a:t>“</a:t>
            </a:r>
            <a:r>
              <a:rPr lang="ru-RU" dirty="0"/>
              <a:t>Старт</a:t>
            </a:r>
            <a:r>
              <a:rPr lang="en-US" dirty="0"/>
              <a:t>” </a:t>
            </a:r>
            <a:r>
              <a:rPr lang="ru-RU" dirty="0"/>
              <a:t>запускает программу ровно до тех пор, пока машина не врежется в запрещённый объект.</a:t>
            </a:r>
          </a:p>
          <a:p>
            <a:r>
              <a:rPr lang="ru-RU" dirty="0"/>
              <a:t>2) Кнопка </a:t>
            </a:r>
            <a:r>
              <a:rPr lang="en-US" dirty="0"/>
              <a:t>“</a:t>
            </a:r>
            <a:r>
              <a:rPr lang="ru-RU" dirty="0"/>
              <a:t>Стоп</a:t>
            </a:r>
            <a:r>
              <a:rPr lang="en-US" dirty="0"/>
              <a:t>” </a:t>
            </a:r>
            <a:r>
              <a:rPr lang="ru-RU" dirty="0"/>
              <a:t>полностью останавливает работу программы и возвращает машину в исходное состояние</a:t>
            </a:r>
          </a:p>
          <a:p>
            <a:r>
              <a:rPr lang="ru-RU" dirty="0"/>
              <a:t>3) Кнопка </a:t>
            </a:r>
            <a:r>
              <a:rPr lang="en-US" dirty="0"/>
              <a:t>“</a:t>
            </a:r>
            <a:r>
              <a:rPr lang="ru-RU" dirty="0"/>
              <a:t>Пауза</a:t>
            </a:r>
            <a:r>
              <a:rPr lang="en-US" dirty="0"/>
              <a:t>” </a:t>
            </a:r>
            <a:r>
              <a:rPr lang="ru-RU" dirty="0"/>
              <a:t>приостанавливает работу программы, работа программы возобновляется по нажатию кнопки </a:t>
            </a:r>
            <a:r>
              <a:rPr lang="en-US" dirty="0"/>
              <a:t>“</a:t>
            </a:r>
            <a:r>
              <a:rPr lang="ru-RU" dirty="0"/>
              <a:t>Продолжить</a:t>
            </a:r>
            <a:r>
              <a:rPr lang="en-US" dirty="0"/>
              <a:t>”</a:t>
            </a:r>
          </a:p>
          <a:p>
            <a:r>
              <a:rPr lang="en-US" dirty="0"/>
              <a:t>4)</a:t>
            </a:r>
            <a:r>
              <a:rPr lang="ru-RU" dirty="0"/>
              <a:t> Кнопка </a:t>
            </a:r>
            <a:r>
              <a:rPr lang="en-US" dirty="0"/>
              <a:t>“</a:t>
            </a:r>
            <a:r>
              <a:rPr lang="ru-RU" dirty="0"/>
              <a:t>Тест управления</a:t>
            </a:r>
            <a:r>
              <a:rPr lang="en-US" dirty="0"/>
              <a:t>” </a:t>
            </a:r>
            <a:r>
              <a:rPr lang="ru-RU" dirty="0"/>
              <a:t>проверяет работоспособность управления</a:t>
            </a:r>
          </a:p>
          <a:p>
            <a:r>
              <a:rPr lang="ru-RU" dirty="0"/>
              <a:t>5) Кнопка </a:t>
            </a:r>
            <a:r>
              <a:rPr lang="en-US" dirty="0"/>
              <a:t>“</a:t>
            </a:r>
            <a:r>
              <a:rPr lang="ru-RU" dirty="0"/>
              <a:t>Пройти лабиринт</a:t>
            </a:r>
            <a:r>
              <a:rPr lang="en-US" dirty="0"/>
              <a:t>” </a:t>
            </a:r>
            <a:r>
              <a:rPr lang="ru-RU" dirty="0"/>
              <a:t>позволяет увидеть один из способов решения задачи</a:t>
            </a:r>
          </a:p>
          <a:p>
            <a:r>
              <a:rPr lang="ru-RU" dirty="0"/>
              <a:t>6) Кнопка </a:t>
            </a:r>
            <a:r>
              <a:rPr lang="en-US" dirty="0"/>
              <a:t>“</a:t>
            </a:r>
            <a:r>
              <a:rPr lang="ru-RU" dirty="0"/>
              <a:t>Начало обучения</a:t>
            </a:r>
            <a:r>
              <a:rPr lang="en-US" dirty="0"/>
              <a:t>” </a:t>
            </a:r>
            <a:r>
              <a:rPr lang="ru-RU" dirty="0"/>
              <a:t>позволяет включить обучение искусственного интеллекта</a:t>
            </a:r>
          </a:p>
          <a:p>
            <a:r>
              <a:rPr lang="ru-RU" dirty="0"/>
              <a:t>7) Кнопка </a:t>
            </a:r>
            <a:r>
              <a:rPr lang="en-US" dirty="0"/>
              <a:t>“</a:t>
            </a:r>
            <a:r>
              <a:rPr lang="ru-RU" dirty="0"/>
              <a:t>Остановка обучения</a:t>
            </a:r>
            <a:r>
              <a:rPr lang="en-US" dirty="0"/>
              <a:t>” </a:t>
            </a:r>
            <a:r>
              <a:rPr lang="ru-RU" dirty="0"/>
              <a:t>приостанавливает работу машинного обучения</a:t>
            </a:r>
          </a:p>
          <a:p>
            <a:r>
              <a:rPr lang="ru-RU" dirty="0"/>
              <a:t>8) Кнопки </a:t>
            </a:r>
            <a:r>
              <a:rPr lang="en-US" dirty="0"/>
              <a:t>“</a:t>
            </a:r>
            <a:r>
              <a:rPr lang="ru-RU" dirty="0"/>
              <a:t>Очистки таблиц</a:t>
            </a:r>
            <a:r>
              <a:rPr lang="en-US" dirty="0"/>
              <a:t>” </a:t>
            </a:r>
            <a:r>
              <a:rPr lang="ru-RU" dirty="0"/>
              <a:t>позволяют полностью очистить таблицы в базе данных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7230B-E27B-4895-B36E-0A187421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466" y="0"/>
            <a:ext cx="3478534" cy="21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4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CEA3-259B-4498-94F7-9C0F42C2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Какая работа была проделана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3FC8-D381-4F2C-B814-794A21599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Была проделана работа с базой данных </a:t>
            </a:r>
            <a:r>
              <a:rPr lang="en-US" dirty="0"/>
              <a:t>SQL </a:t>
            </a:r>
            <a:r>
              <a:rPr lang="ru-RU" dirty="0"/>
              <a:t>в которую записывается результаты машинного обучения и результаты работы программы(сколько раз была запущена программа, проехала ли машина к финишу, за которое количество времени машина проехала к финишу).</a:t>
            </a:r>
          </a:p>
          <a:p>
            <a:r>
              <a:rPr lang="ru-RU" dirty="0"/>
              <a:t>Была проделана работа с языком </a:t>
            </a:r>
            <a:r>
              <a:rPr lang="en-US" dirty="0"/>
              <a:t>C# </a:t>
            </a:r>
            <a:r>
              <a:rPr lang="ru-RU" dirty="0"/>
              <a:t>и </a:t>
            </a:r>
            <a:r>
              <a:rPr lang="en-US" dirty="0"/>
              <a:t>Windows Forms, </a:t>
            </a:r>
            <a:r>
              <a:rPr lang="ru-RU" dirty="0"/>
              <a:t>где был зарисован лабиринт, реализовано движение машины. Так же язык </a:t>
            </a:r>
            <a:r>
              <a:rPr lang="en-US" dirty="0"/>
              <a:t>C# </a:t>
            </a:r>
            <a:r>
              <a:rPr lang="ru-RU" dirty="0"/>
              <a:t>помог улучшить работу с базой данных </a:t>
            </a:r>
            <a:r>
              <a:rPr lang="en-US" dirty="0"/>
              <a:t>SQL.</a:t>
            </a:r>
          </a:p>
          <a:p>
            <a:r>
              <a:rPr lang="ru-RU" dirty="0"/>
              <a:t>Так же были использованы все предоставленные ресурсы (Картинки машин и дорог, а так же блоков).</a:t>
            </a:r>
          </a:p>
        </p:txBody>
      </p:sp>
    </p:spTree>
    <p:extLst>
      <p:ext uri="{BB962C8B-B14F-4D97-AF65-F5344CB8AC3E}">
        <p14:creationId xmlns:p14="http://schemas.microsoft.com/office/powerpoint/2010/main" val="3032175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BE50-8994-44D4-8E17-1F492DCD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Соответствие шаблону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A89A3-DCA3-4A7B-84E2-7AAC0D71F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7121"/>
            <a:ext cx="8596668" cy="3880773"/>
          </a:xfrm>
        </p:spPr>
        <p:txBody>
          <a:bodyPr/>
          <a:lstStyle/>
          <a:p>
            <a:r>
              <a:rPr lang="ru-RU" dirty="0"/>
              <a:t>Дороги, местонахождение точки старта, Местонахождение машины и местонахождение финиша были выстроены полностью по предоставленному шаблону.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BB061-1411-4F7D-86E2-8D2CECD1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25" y="3602854"/>
            <a:ext cx="3036446" cy="28308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709F36-170E-4ADB-BA89-24771D0A57BF}"/>
              </a:ext>
            </a:extLst>
          </p:cNvPr>
          <p:cNvSpPr/>
          <p:nvPr/>
        </p:nvSpPr>
        <p:spPr>
          <a:xfrm>
            <a:off x="570802" y="3105834"/>
            <a:ext cx="283061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Шаблон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2125CA-3597-4361-89ED-8F487FF5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12" y="3826441"/>
            <a:ext cx="2257944" cy="23836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E59444-721F-4519-96ED-CFFD5380D465}"/>
              </a:ext>
            </a:extLst>
          </p:cNvPr>
          <p:cNvSpPr/>
          <p:nvPr/>
        </p:nvSpPr>
        <p:spPr>
          <a:xfrm>
            <a:off x="4108142" y="3117909"/>
            <a:ext cx="25426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Программа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30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5D40-D093-4FFD-9B6E-99FB02CA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именно работает программа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779FF-3959-478B-BE63-6C6C9FD30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 нажатию кнопки «Старт» машина едет прямо вплоть до первого препятствия, после того как машина врезалась в препятствие, программа соединяется с базой данных пользователя и при наличии в базе данных таблицы </a:t>
            </a:r>
            <a:r>
              <a:rPr lang="en-US" dirty="0"/>
              <a:t>Records </a:t>
            </a:r>
            <a:r>
              <a:rPr lang="ru-RU" dirty="0"/>
              <a:t>в которой есть колонки </a:t>
            </a:r>
            <a:r>
              <a:rPr lang="en-US" dirty="0" err="1"/>
              <a:t>route_time</a:t>
            </a:r>
            <a:r>
              <a:rPr lang="ru-RU" dirty="0"/>
              <a:t> (время поездки)</a:t>
            </a:r>
            <a:r>
              <a:rPr lang="en-US" dirty="0"/>
              <a:t>, </a:t>
            </a:r>
            <a:r>
              <a:rPr lang="en-US" dirty="0" err="1"/>
              <a:t>rotate_finish</a:t>
            </a:r>
            <a:r>
              <a:rPr lang="ru-RU" dirty="0"/>
              <a:t> (количество поворотов)</a:t>
            </a:r>
            <a:r>
              <a:rPr lang="en-US" dirty="0"/>
              <a:t>, </a:t>
            </a:r>
            <a:r>
              <a:rPr lang="en-US" dirty="0" err="1"/>
              <a:t>route_finish</a:t>
            </a:r>
            <a:r>
              <a:rPr lang="ru-RU" dirty="0"/>
              <a:t> (выехала ли машина из лабиринта) заносит данные о поездке.</a:t>
            </a:r>
          </a:p>
          <a:p>
            <a:r>
              <a:rPr lang="ru-RU" dirty="0"/>
              <a:t>По нажатию кнопки «Начать обучение» программа открывает соединение с базой данных и при наличии в базе данных таблицы </a:t>
            </a:r>
            <a:r>
              <a:rPr lang="en-US" dirty="0"/>
              <a:t>Learning</a:t>
            </a:r>
            <a:r>
              <a:rPr lang="ru-RU" dirty="0"/>
              <a:t>_</a:t>
            </a:r>
            <a:r>
              <a:rPr lang="en-US" dirty="0"/>
              <a:t>Records </a:t>
            </a:r>
            <a:r>
              <a:rPr lang="ru-RU" dirty="0"/>
              <a:t>с колонками </a:t>
            </a:r>
            <a:r>
              <a:rPr lang="en-US" dirty="0" err="1"/>
              <a:t>learning_route_time</a:t>
            </a:r>
            <a:r>
              <a:rPr lang="en-US" dirty="0"/>
              <a:t>(</a:t>
            </a:r>
            <a:r>
              <a:rPr lang="ru-RU" dirty="0"/>
              <a:t>Лучшее время затраченное на проезд</a:t>
            </a:r>
            <a:r>
              <a:rPr lang="en-US" dirty="0"/>
              <a:t>), </a:t>
            </a:r>
            <a:r>
              <a:rPr lang="en-US" dirty="0" err="1"/>
              <a:t>learning_rotate_time</a:t>
            </a:r>
            <a:r>
              <a:rPr lang="ru-RU" dirty="0"/>
              <a:t>(Количество поворотов совершённых машиной)</a:t>
            </a:r>
            <a:r>
              <a:rPr lang="en-US" dirty="0"/>
              <a:t>, </a:t>
            </a:r>
            <a:r>
              <a:rPr lang="en-US" dirty="0" err="1"/>
              <a:t>learning_finish</a:t>
            </a:r>
            <a:r>
              <a:rPr lang="ru-RU" dirty="0"/>
              <a:t>(Доехала ли машина до финиша) записывает определённые данные в эти колонки</a:t>
            </a:r>
          </a:p>
          <a:p>
            <a:r>
              <a:rPr lang="ru-RU" dirty="0"/>
              <a:t>Так же прилагаются кнопки управления программой, а именно «Стоп» «Пауза» «Остановка обучения» и «Очистка таблиц».</a:t>
            </a:r>
          </a:p>
        </p:txBody>
      </p:sp>
    </p:spTree>
    <p:extLst>
      <p:ext uri="{BB962C8B-B14F-4D97-AF65-F5344CB8AC3E}">
        <p14:creationId xmlns:p14="http://schemas.microsoft.com/office/powerpoint/2010/main" val="386705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DC77-61C7-4E2F-979A-01D3A355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3781-2710-4E9B-AAB7-93B08329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6107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394</TotalTime>
  <Words>441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Отчётная документация  о выполненной работе. </vt:lpstr>
      <vt:lpstr>Что представляет из себя программа</vt:lpstr>
      <vt:lpstr>Какая работа была проделана</vt:lpstr>
      <vt:lpstr>Соответствие шаблону</vt:lpstr>
      <vt:lpstr>Как именно работает программа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Игорь Хмелинский</dc:creator>
  <cp:lastModifiedBy>Игорь Хмелинский</cp:lastModifiedBy>
  <cp:revision>9</cp:revision>
  <dcterms:created xsi:type="dcterms:W3CDTF">2020-12-03T08:50:37Z</dcterms:created>
  <dcterms:modified xsi:type="dcterms:W3CDTF">2020-12-04T09:36:36Z</dcterms:modified>
</cp:coreProperties>
</file>